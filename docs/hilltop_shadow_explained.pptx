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Hilltop (% lit)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0 m</c:v>
                </c:pt>
                <c:pt idx="1">
                  <c:v>0.25 m</c:v>
                </c:pt>
                <c:pt idx="2">
                  <c:v>0.5 m</c:v>
                </c:pt>
                <c:pt idx="3">
                  <c:v>1 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Hillside (% lit)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0 m</c:v>
                </c:pt>
                <c:pt idx="1">
                  <c:v>0.25 m</c:v>
                </c:pt>
                <c:pt idx="2">
                  <c:v>0.5 m</c:v>
                </c:pt>
                <c:pt idx="3">
                  <c:v>1 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84</c:v>
                </c:pt>
                <c:pt idx="3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checked hilltop result was correct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VIPER site maps, Oct 27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reported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map shows a hilltop in shadow.</a:t>
            </a:r>
          </a:p>
          <a:p>
            <a:r>
              <a:t>The side of the same hill is lit.</a:t>
            </a:r>
          </a:p>
          <a:p>
            <a:r>
              <a:t>This result required a terrain check.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Sun was below the local horizontal plane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Sun was 3 degrees below the local horizontal plane. The shaded band shows the relevant part of the cycle.</a:t>
            </a:r>
          </a:p>
        </p:txBody>
      </p:sp>
      <p:pic>
        <p:nvPicPr>
          <p:cNvPr id="4" name="Picture 3" descr="sun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Terrain can block the Sun at the hilltop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Sunlight reaches the site from below the local horizontal plane.</a:t>
            </a:r>
          </a:p>
          <a:p>
            <a:r>
              <a:t>Terrain receives direct light where the Sun is above its terrain horizon.</a:t>
            </a:r>
          </a:p>
          <a:p>
            <a:r>
              <a:t>A slope can receive light while nearby terrain blocks light at the hilltop.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 section of the measured hill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Light reaches the steep flank. A limiting ray passes approximately 1 meter above the hilltop.</a:t>
            </a:r>
          </a:p>
        </p:txBody>
      </p:sp>
      <p:pic>
        <p:nvPicPr>
          <p:cNvPr id="4" name="Picture 3" descr="cross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82296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Observer height changes 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At 1 meter observer height, the hilltop pixel receives part of the solar disk. At ground level, it remains in shadow.</a:t>
            </a:r>
          </a:p>
          <a:p>
            <a:r>
              <a:t>For a fixed blocker 13 meters away, a 1 meter height change gives an angular change of approximately 4 degrees.</a:t>
            </a:r>
          </a:p>
          <a:p>
            <a:r>
              <a:t>The map values agree with the independent terrain calculation.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2468880"/>
          <a:ext cx="694944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Investigation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checks found no renderer defect in this case.</a:t>
            </a:r>
          </a:p>
          <a:p>
            <a:r>
              <a:t>The checks used the renderer, independent terrain geometry, and Sun-position calculations.</a:t>
            </a:r>
          </a:p>
          <a:p>
            <a:r>
              <a:t>Use tools/debug/probe_pixel.jl to examine a site pixel.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